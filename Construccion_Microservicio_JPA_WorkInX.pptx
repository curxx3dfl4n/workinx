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 WORKINX - SENA ADSO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Construcción del Microservicio JPA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Entrevistas Paso a Paso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Desglose granular desde cero: 5 Retos SENA + Milla Extra (Anti-SQLi)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Tecnologías: Spring Boot 3.4 • Java 21 • Hibernate • React • MySQL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General del Microservicio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en 4 capas con persistencia relacional MySQL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RETO 5 (VISTA)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Capa de Presentación (React)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Vista interactiva en CategoriasJpaCrud.jsx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Navegación paginada [Anterior] [Siguiente]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Modal Toast Alertas de Validación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Servicio Fetch HTTP limpio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508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MILLA EXTRA &amp; RETO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Capa de Control &amp; Filtro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14884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SecurityRateLimitingFilter (Anti-SQLi &amp; Rate Limiting)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EntrevistaJpaController (@RestController)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GlobalExceptionHandler (@RestControllerAdvice) respuestas 400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508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RETOS 1, 3 Y 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Capa Servicio &amp; Persistencia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214884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EntrevistaJpaService con logs SLF4J (INFO/WARN/ERROR)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EntrevistaEntity con 5 validaciones JSR-380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MySQL (JpaRepository AND/OR y Paginación)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2026-09-22T18:52:44Z</dcterms:created>
  <dcterms:modified xsi:type="dcterms:W3CDTF">2026-09-22T18:52:44Z</dcterms:modified>
</cp:coreProperties>
</file>